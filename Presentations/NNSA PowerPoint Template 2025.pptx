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0" r:id="rId5"/>
    <p:sldMasterId id="2147483672" r:id="rId6"/>
    <p:sldMasterId id="2147483684" r:id="rId7"/>
  </p:sldMasterIdLst>
  <p:notesMasterIdLst>
    <p:notesMasterId r:id="rId10"/>
  </p:notesMasterIdLst>
  <p:handoutMasterIdLst>
    <p:handoutMasterId r:id="rId11"/>
  </p:handoutMasterIdLst>
  <p:sldIdLst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E42"/>
    <a:srgbClr val="C50E3D"/>
    <a:srgbClr val="081F3F"/>
    <a:srgbClr val="ED1846"/>
    <a:srgbClr val="252849"/>
    <a:srgbClr val="081E40"/>
    <a:srgbClr val="002164"/>
    <a:srgbClr val="004E7F"/>
    <a:srgbClr val="C32E4C"/>
    <a:srgbClr val="DB00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6B5DE5-C8D4-6537-6E37-E9CF9A253AEF}" v="1" dt="2026-05-27T18:08:30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3"/>
    <p:restoredTop sz="94636"/>
  </p:normalViewPr>
  <p:slideViewPr>
    <p:cSldViewPr snapToGrid="0">
      <p:cViewPr varScale="1">
        <p:scale>
          <a:sx n="105" d="100"/>
          <a:sy n="105" d="100"/>
        </p:scale>
        <p:origin x="8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243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uirre, Catherine (CONTR)" userId="S::catherine.aguirre@nnsa.doe.gov::407bc189-6a69-4889-9eab-8c1a34f8358f" providerId="AD" clId="Web-{626B5DE5-C8D4-6537-6E37-E9CF9A253AEF}"/>
    <pc:docChg chg="addSld">
      <pc:chgData name="Aguirre, Catherine (CONTR)" userId="S::catherine.aguirre@nnsa.doe.gov::407bc189-6a69-4889-9eab-8c1a34f8358f" providerId="AD" clId="Web-{626B5DE5-C8D4-6537-6E37-E9CF9A253AEF}" dt="2026-05-27T18:08:30.830" v="0"/>
      <pc:docMkLst>
        <pc:docMk/>
      </pc:docMkLst>
      <pc:sldChg chg="new">
        <pc:chgData name="Aguirre, Catherine (CONTR)" userId="S::catherine.aguirre@nnsa.doe.gov::407bc189-6a69-4889-9eab-8c1a34f8358f" providerId="AD" clId="Web-{626B5DE5-C8D4-6537-6E37-E9CF9A253AEF}" dt="2026-05-27T18:08:30.830" v="0"/>
        <pc:sldMkLst>
          <pc:docMk/>
          <pc:sldMk cId="2703408794" sldId="2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574712-A789-43A7-FBAC-2D24126152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505B31-9C66-2C05-0D4B-0A13359A31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E7811-47B7-3247-BD43-9CD9FA031622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A9BCD9-BEF4-D08A-1D2D-ECB2496858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86FA5-5B3F-AEA4-822C-EBF38CC5B5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762EC-5F52-774C-85ED-C04950496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3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34CDC-939C-42B4-AB35-6498F5FC3D90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B1E5A-81D1-4464-9466-D55578ADC6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77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7A63-970C-DC91-B82B-0931B1A0B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F30B6-1D21-6788-7A5F-81A8D2D08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8BB47-30F3-74F7-EF97-81404D13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E376C-4BF2-9728-485A-BABD48D5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7A18E-B2A6-0795-0415-938A3231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1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FEC8-5E1A-389F-CEB8-2545597C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C366E-3D17-A51C-6A23-E5FF033F6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3F142-5014-6A49-BA68-F7767A20AF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A69DD-70B0-578A-4060-D0493714A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1B48F-7AAC-CF8D-E05C-9302F2E9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09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4AEB-3DFA-E318-8620-D25BFDD95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76F1B-F30E-6571-54DF-9EE72DF0D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EC31A-FAFF-F59B-C947-3C0661FCD8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19646-3657-CB06-E99A-4A5DA1F9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C52A0-3E67-2777-2612-DE45CFF3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8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01B2-D977-5C19-F4E3-F3652775D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E7E83-B1FC-CDD7-CE93-D5FE574D6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8198C-262F-A73B-419F-17C8634F2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07737-EFD8-819B-9EA2-9CA32BC1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6624-96DC-6237-2FCF-105CA78B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2C644-B491-490F-4868-6E908A68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78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7874-A87D-9998-FDD0-BDB56529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18EEC-DF2F-9670-4C39-FFFFE8058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13F85-056D-AEC2-98DA-936AC487C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59FB38-9D26-1131-91CA-9970CDDC4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F96DFF-510D-3824-657F-B1E418FCC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ACF79A-2E68-2C39-C0B8-737220A9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0EF024-9CD5-0D79-8738-EA455C79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E11ED6-0C3C-8B37-4562-A2C4E769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18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FCD82-C2DB-2531-0B66-D4ADCBDE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3B0BF-1459-3BF2-19D3-FD327178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C02B6-746F-A6EB-5A55-C90602E9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DCC2C-6B18-2C7F-59E2-874997AA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07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1D1EC4-B9D2-7B34-DFB2-365F1003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A1D714-575C-81C1-B1D1-8284DF6E8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0A673-00B0-3A5A-ED73-67FDFC75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F888-E805-3843-04A3-D6075729A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8F4AE-8F5B-019B-0BA7-35DEF8CE4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98E3E-3BE2-643E-7930-A715B5175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020AD-025A-9F56-B61E-8A9515BE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28990-F041-CE5B-F30B-9DDEC1DD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3888D-F2CA-C167-E87E-F5F38ED7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837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B725-DC07-93AD-5878-302381FD3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CDA040-878B-3C92-A5D7-6B71C2884B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9F927-7BB9-E952-1808-734156A37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E90D4-B38D-BE5F-676D-3324613742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5E6CC-7821-065B-86E5-CCE80C1D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68C3A-5069-6C20-029C-446F2CCF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73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7A63-970C-DC91-B82B-0931B1A0B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F30B6-1D21-6788-7A5F-81A8D2D08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8BB47-30F3-74F7-EF97-81404D13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E376C-4BF2-9728-485A-BABD48D5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7A18E-B2A6-0795-0415-938A3231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8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FEC8-5E1A-389F-CEB8-2545597C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C366E-3D17-A51C-6A23-E5FF033F6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3F142-5014-6A49-BA68-F7767A20AF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A69DD-70B0-578A-4060-D0493714A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1B48F-7AAC-CF8D-E05C-9302F2E9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37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4AEB-3DFA-E318-8620-D25BFDD95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76F1B-F30E-6571-54DF-9EE72DF0D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EC31A-FAFF-F59B-C947-3C0661FCD8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19646-3657-CB06-E99A-4A5DA1F9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C52A0-3E67-2777-2612-DE45CFF3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71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801B2-D977-5C19-F4E3-F3652775D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E7E83-B1FC-CDD7-CE93-D5FE574D6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8198C-262F-A73B-419F-17C8634F2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07737-EFD8-819B-9EA2-9CA32BC154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6624-96DC-6237-2FCF-105CA78B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82C644-B491-490F-4868-6E908A68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3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7874-A87D-9998-FDD0-BDB56529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18EEC-DF2F-9670-4C39-FFFFE8058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13F85-056D-AEC2-98DA-936AC487C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59FB38-9D26-1131-91CA-9970CDDC4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F96DFF-510D-3824-657F-B1E418FCC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ACF79A-2E68-2C39-C0B8-737220A9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0EF024-9CD5-0D79-8738-EA455C79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E11ED6-0C3C-8B37-4562-A2C4E7695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6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FCD82-C2DB-2531-0B66-D4ADCBDE9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93B0BF-1459-3BF2-19D3-FD3271783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C02B6-746F-A6EB-5A55-C90602E9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DCC2C-6B18-2C7F-59E2-874997AA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7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1D1EC4-B9D2-7B34-DFB2-365F1003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A1D714-575C-81C1-B1D1-8284DF6E8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0A673-00B0-3A5A-ED73-67FDFC750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66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F888-E805-3843-04A3-D6075729A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8F4AE-8F5B-019B-0BA7-35DEF8CE4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98E3E-3BE2-643E-7930-A715B5175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020AD-025A-9F56-B61E-8A9515BE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28990-F041-CE5B-F30B-9DDEC1DD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3888D-F2CA-C167-E87E-F5F38ED7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149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B725-DC07-93AD-5878-302381FD3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CDA040-878B-3C92-A5D7-6B71C2884B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9F927-7BB9-E952-1808-734156A37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E90D4-B38D-BE5F-676D-3324613742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5E6CC-7821-065B-86E5-CCE80C1D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68C3A-5069-6C20-029C-446F2CCF8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754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7A63-970C-DC91-B82B-0931B1A0B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569" y="1041400"/>
            <a:ext cx="6941905" cy="2387600"/>
          </a:xfrm>
          <a:prstGeom prst="rect">
            <a:avLst/>
          </a:prstGeom>
        </p:spPr>
        <p:txBody>
          <a:bodyPr anchor="b"/>
          <a:lstStyle>
            <a:lvl1pPr algn="l">
              <a:defRPr sz="6000" b="1">
                <a:latin typeface="Montserrat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94436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17A63-970C-DC91-B82B-0931B1A0B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569" y="606176"/>
            <a:ext cx="10969375" cy="1397285"/>
          </a:xfrm>
          <a:prstGeom prst="rect">
            <a:avLst/>
          </a:prstGeom>
        </p:spPr>
        <p:txBody>
          <a:bodyPr anchor="b"/>
          <a:lstStyle>
            <a:lvl1pPr algn="l">
              <a:defRPr sz="6000" b="1">
                <a:solidFill>
                  <a:srgbClr val="021E42"/>
                </a:solidFill>
                <a:latin typeface="Montserrat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8381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8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EAC3C-A2F3-4508-2817-B155E8A22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4034" y="56166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D3EB71B-0E20-644D-98EB-4348420301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F140BE-57F8-C5F5-1132-D7ABA2D29D21}"/>
              </a:ext>
            </a:extLst>
          </p:cNvPr>
          <p:cNvSpPr/>
          <p:nvPr userDrawn="1"/>
        </p:nvSpPr>
        <p:spPr>
          <a:xfrm>
            <a:off x="0" y="0"/>
            <a:ext cx="12192000" cy="1277655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F30497-342B-5A83-27A3-3C260E64904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7010400" y="-8873"/>
            <a:ext cx="5181600" cy="12954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BC9C23-350F-2819-7ED2-FB9A07F2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6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0D493-5D93-C6FB-8137-14EFBC39E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0462D4-7EED-F678-B986-CA5AFD070ABC}"/>
              </a:ext>
            </a:extLst>
          </p:cNvPr>
          <p:cNvSpPr/>
          <p:nvPr userDrawn="1"/>
        </p:nvSpPr>
        <p:spPr>
          <a:xfrm>
            <a:off x="7421" y="6111832"/>
            <a:ext cx="12192000" cy="758255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en-US" sz="24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71E5CF7-AE7D-7185-CABF-0AB10F0BDF8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387245" y="6246341"/>
            <a:ext cx="1654629" cy="4741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07DA46-1E84-3F7F-FB3B-62E88707977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10350847" y="6293735"/>
            <a:ext cx="1369791" cy="384502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1F921DB-3352-EB00-5894-82833B8BDDA6}"/>
              </a:ext>
            </a:extLst>
          </p:cNvPr>
          <p:cNvSpPr txBox="1">
            <a:spLocks/>
          </p:cNvSpPr>
          <p:nvPr userDrawn="1"/>
        </p:nvSpPr>
        <p:spPr>
          <a:xfrm>
            <a:off x="838200" y="6111831"/>
            <a:ext cx="6098309" cy="746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Montserrat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Peace Through Atomic Strength</a:t>
            </a:r>
          </a:p>
        </p:txBody>
      </p:sp>
    </p:spTree>
    <p:extLst>
      <p:ext uri="{BB962C8B-B14F-4D97-AF65-F5344CB8AC3E}">
        <p14:creationId xmlns:p14="http://schemas.microsoft.com/office/powerpoint/2010/main" val="102483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Montserrat" pitchFamily="2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FF140BE-57F8-C5F5-1132-D7ABA2D29D21}"/>
              </a:ext>
            </a:extLst>
          </p:cNvPr>
          <p:cNvSpPr/>
          <p:nvPr userDrawn="1"/>
        </p:nvSpPr>
        <p:spPr>
          <a:xfrm>
            <a:off x="0" y="0"/>
            <a:ext cx="12192000" cy="1277655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EAC3C-A2F3-4508-2817-B155E8A22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4034" y="56166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D3EB71B-0E20-644D-98EB-4348420301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BC9C23-350F-2819-7ED2-FB9A07F2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6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0D493-5D93-C6FB-8137-14EFBC39E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0462D4-7EED-F678-B986-CA5AFD070ABC}"/>
              </a:ext>
            </a:extLst>
          </p:cNvPr>
          <p:cNvSpPr/>
          <p:nvPr userDrawn="1"/>
        </p:nvSpPr>
        <p:spPr>
          <a:xfrm>
            <a:off x="7421" y="6111832"/>
            <a:ext cx="12192000" cy="758255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/>
            <a:endParaRPr lang="en-US" sz="240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895ED5-62B8-36C2-AB69-88FDA7BD82A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7010400" y="-8873"/>
            <a:ext cx="5181600" cy="1295400"/>
          </a:xfrm>
          <a:prstGeom prst="rect">
            <a:avLst/>
          </a:prstGeom>
        </p:spPr>
      </p:pic>
      <p:pic>
        <p:nvPicPr>
          <p:cNvPr id="10" name="Picture 9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71E5CF7-AE7D-7185-CABF-0AB10F0BDF8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387245" y="6246341"/>
            <a:ext cx="1654629" cy="4741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07DA46-1E84-3F7F-FB3B-62E88707977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10350847" y="6293735"/>
            <a:ext cx="1369791" cy="384502"/>
          </a:xfrm>
          <a:prstGeom prst="rect">
            <a:avLst/>
          </a:prstGeom>
        </p:spPr>
      </p:pic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20B4B526-EF33-C752-4091-14E9ECC948CF}"/>
              </a:ext>
            </a:extLst>
          </p:cNvPr>
          <p:cNvSpPr txBox="1">
            <a:spLocks/>
          </p:cNvSpPr>
          <p:nvPr userDrawn="1"/>
        </p:nvSpPr>
        <p:spPr>
          <a:xfrm>
            <a:off x="838200" y="6111831"/>
            <a:ext cx="6098309" cy="746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Montserrat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Peace Through Atomic Strength</a:t>
            </a:r>
          </a:p>
        </p:txBody>
      </p:sp>
    </p:spTree>
    <p:extLst>
      <p:ext uri="{BB962C8B-B14F-4D97-AF65-F5344CB8AC3E}">
        <p14:creationId xmlns:p14="http://schemas.microsoft.com/office/powerpoint/2010/main" val="1332844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Montserrat" pitchFamily="2" charset="0"/>
          <a:ea typeface="+mj-ea"/>
          <a:cs typeface="Arial" panose="020B0604020202020204" pitchFamily="34" charset="0"/>
        </a:defRPr>
      </a:lvl1pPr>
    </p:titleStyle>
    <p:bodyStyle>
      <a:lvl1pPr marL="347663" indent="-338138" algn="l" defTabSz="914400" rtl="0" eaLnBrk="1" latinLnBrk="0" hangingPunct="1">
        <a:lnSpc>
          <a:spcPct val="90000"/>
        </a:lnSpc>
        <a:spcBef>
          <a:spcPts val="1000"/>
        </a:spcBef>
        <a:buClr>
          <a:srgbClr val="C50E3D"/>
        </a:buClr>
        <a:buFont typeface="Wingdings" panose="05000000000000000000" pitchFamily="2" charset="2"/>
        <a:buChar char="«"/>
        <a:tabLst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BE351B-1D9E-ED4F-A0EA-931F8B085416}"/>
              </a:ext>
            </a:extLst>
          </p:cNvPr>
          <p:cNvSpPr/>
          <p:nvPr userDrawn="1"/>
        </p:nvSpPr>
        <p:spPr>
          <a:xfrm>
            <a:off x="1524" y="0"/>
            <a:ext cx="12188952" cy="5879592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0E6D0458-8C03-2C2E-6851-612DA12D93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41922" y="6145805"/>
            <a:ext cx="2060447" cy="531400"/>
          </a:xfrm>
          <a:prstGeom prst="rect">
            <a:avLst/>
          </a:prstGeom>
        </p:spPr>
      </p:pic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EE77629E-41B2-22BA-A255-FB02E0872B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28000" y="6241617"/>
            <a:ext cx="1491065" cy="411534"/>
          </a:xfrm>
          <a:prstGeom prst="rect">
            <a:avLst/>
          </a:prstGeom>
        </p:spPr>
      </p:pic>
      <p:pic>
        <p:nvPicPr>
          <p:cNvPr id="7" name="Picture 6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907FD5D8-27D9-56A5-127C-56F3851DE00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11" y="1197859"/>
            <a:ext cx="12188977" cy="446228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5C63FEF-36B9-7DA6-0155-D1C4809EA843}"/>
              </a:ext>
            </a:extLst>
          </p:cNvPr>
          <p:cNvSpPr/>
          <p:nvPr userDrawn="1"/>
        </p:nvSpPr>
        <p:spPr>
          <a:xfrm>
            <a:off x="0" y="842480"/>
            <a:ext cx="6185043" cy="2774023"/>
          </a:xfrm>
          <a:prstGeom prst="rect">
            <a:avLst/>
          </a:prstGeom>
          <a:solidFill>
            <a:srgbClr val="C50E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3DDE3A7-859C-9DCE-339F-7BE8FD8828D6}"/>
              </a:ext>
            </a:extLst>
          </p:cNvPr>
          <p:cNvSpPr txBox="1">
            <a:spLocks/>
          </p:cNvSpPr>
          <p:nvPr userDrawn="1"/>
        </p:nvSpPr>
        <p:spPr>
          <a:xfrm>
            <a:off x="330200" y="6038420"/>
            <a:ext cx="6098309" cy="746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Montserrat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b="1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Peace Through Atomic Strength</a:t>
            </a:r>
          </a:p>
        </p:txBody>
      </p:sp>
    </p:spTree>
    <p:extLst>
      <p:ext uri="{BB962C8B-B14F-4D97-AF65-F5344CB8AC3E}">
        <p14:creationId xmlns:p14="http://schemas.microsoft.com/office/powerpoint/2010/main" val="414302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7663" indent="-338138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6"/>
        </a:buBlip>
        <a:tabLst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lose-up of a logo&#10;&#10;AI-generated content may be incorrect.">
            <a:extLst>
              <a:ext uri="{FF2B5EF4-FFF2-40B4-BE49-F238E27FC236}">
                <a16:creationId xmlns:a16="http://schemas.microsoft.com/office/drawing/2014/main" id="{0E6D0458-8C03-2C2E-6851-612DA12D93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41922" y="6145805"/>
            <a:ext cx="2060447" cy="531400"/>
          </a:xfrm>
          <a:prstGeom prst="rect">
            <a:avLst/>
          </a:prstGeom>
        </p:spPr>
      </p:pic>
      <p:pic>
        <p:nvPicPr>
          <p:cNvPr id="2" name="Picture 1" descr="A close-up of a person holding a spray object&#10;&#10;AI-generated content may be incorrect.">
            <a:extLst>
              <a:ext uri="{FF2B5EF4-FFF2-40B4-BE49-F238E27FC236}">
                <a16:creationId xmlns:a16="http://schemas.microsoft.com/office/drawing/2014/main" id="{CE7CACEA-28E8-9745-D367-2DE90F22E6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" t="9630" b="8802"/>
          <a:stretch>
            <a:fillRect/>
          </a:stretch>
        </p:blipFill>
        <p:spPr>
          <a:xfrm>
            <a:off x="1" y="1254072"/>
            <a:ext cx="12199420" cy="4945806"/>
          </a:xfrm>
          <a:prstGeom prst="rect">
            <a:avLst/>
          </a:prstGeom>
        </p:spPr>
      </p:pic>
      <p:pic>
        <p:nvPicPr>
          <p:cNvPr id="3" name="Picture 2" descr="A blue and black logo&#10;&#10;AI-generated content may be incorrect.">
            <a:extLst>
              <a:ext uri="{FF2B5EF4-FFF2-40B4-BE49-F238E27FC236}">
                <a16:creationId xmlns:a16="http://schemas.microsoft.com/office/drawing/2014/main" id="{364BE2B4-46A3-64C3-22E8-7A41C70F7AD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028000" y="6241617"/>
            <a:ext cx="1491065" cy="411534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2E40129-09F6-3E5B-0BD7-889595C90618}"/>
              </a:ext>
            </a:extLst>
          </p:cNvPr>
          <p:cNvSpPr txBox="1">
            <a:spLocks/>
          </p:cNvSpPr>
          <p:nvPr userDrawn="1"/>
        </p:nvSpPr>
        <p:spPr>
          <a:xfrm>
            <a:off x="330200" y="6038420"/>
            <a:ext cx="6098309" cy="746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Montserrat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b="1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Peace Through Atomic Strength</a:t>
            </a:r>
          </a:p>
        </p:txBody>
      </p:sp>
    </p:spTree>
    <p:extLst>
      <p:ext uri="{BB962C8B-B14F-4D97-AF65-F5344CB8AC3E}">
        <p14:creationId xmlns:p14="http://schemas.microsoft.com/office/powerpoint/2010/main" val="19803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7663" indent="-338138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6"/>
        </a:buBlip>
        <a:tabLst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10F6E-FBC9-B4A8-8633-B7D248DE8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984568F-0F6C-2882-FADC-515B18ABD8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Sample Title</a:t>
            </a:r>
          </a:p>
        </p:txBody>
      </p:sp>
    </p:spTree>
    <p:extLst>
      <p:ext uri="{BB962C8B-B14F-4D97-AF65-F5344CB8AC3E}">
        <p14:creationId xmlns:p14="http://schemas.microsoft.com/office/powerpoint/2010/main" val="2281054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1BBAD-8E3C-70E9-DCB1-38860A088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58ED068-5057-B8E0-1D8C-8F8BD95E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Heading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493DC99-57E9-07BA-A855-02B3F032F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83240" cy="4351338"/>
          </a:xfrm>
        </p:spPr>
        <p:txBody>
          <a:bodyPr/>
          <a:lstStyle/>
          <a:p>
            <a:r>
              <a:rPr lang="en-US" dirty="0"/>
              <a:t>Body text can be Arial or Montserrat, depending on preference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5779B7-F7D2-25C1-1A01-27B5D25D0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EB71B-0E20-644D-98EB-43484203013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84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NSA Brand 2025">
      <a:dk1>
        <a:sysClr val="windowText" lastClr="000000"/>
      </a:dk1>
      <a:lt1>
        <a:sysClr val="window" lastClr="FFFFFF"/>
      </a:lt1>
      <a:dk2>
        <a:srgbClr val="021E42"/>
      </a:dk2>
      <a:lt2>
        <a:srgbClr val="E3E0DE"/>
      </a:lt2>
      <a:accent1>
        <a:srgbClr val="C50E3D"/>
      </a:accent1>
      <a:accent2>
        <a:srgbClr val="064472"/>
      </a:accent2>
      <a:accent3>
        <a:srgbClr val="911A39"/>
      </a:accent3>
      <a:accent4>
        <a:srgbClr val="AFAEAE"/>
      </a:accent4>
      <a:accent5>
        <a:srgbClr val="C50E3D"/>
      </a:accent5>
      <a:accent6>
        <a:srgbClr val="E3E0DE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NNSA Brand 2025">
      <a:dk1>
        <a:sysClr val="windowText" lastClr="000000"/>
      </a:dk1>
      <a:lt1>
        <a:sysClr val="window" lastClr="FFFFFF"/>
      </a:lt1>
      <a:dk2>
        <a:srgbClr val="021E42"/>
      </a:dk2>
      <a:lt2>
        <a:srgbClr val="E3E0DE"/>
      </a:lt2>
      <a:accent1>
        <a:srgbClr val="C50E3D"/>
      </a:accent1>
      <a:accent2>
        <a:srgbClr val="064472"/>
      </a:accent2>
      <a:accent3>
        <a:srgbClr val="911A39"/>
      </a:accent3>
      <a:accent4>
        <a:srgbClr val="AFAEAE"/>
      </a:accent4>
      <a:accent5>
        <a:srgbClr val="C50E3D"/>
      </a:accent5>
      <a:accent6>
        <a:srgbClr val="E3E0DE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Theme">
  <a:themeElements>
    <a:clrScheme name="NNSA Brand 2025">
      <a:dk1>
        <a:sysClr val="windowText" lastClr="000000"/>
      </a:dk1>
      <a:lt1>
        <a:sysClr val="window" lastClr="FFFFFF"/>
      </a:lt1>
      <a:dk2>
        <a:srgbClr val="021E42"/>
      </a:dk2>
      <a:lt2>
        <a:srgbClr val="E3E0DE"/>
      </a:lt2>
      <a:accent1>
        <a:srgbClr val="C50E3D"/>
      </a:accent1>
      <a:accent2>
        <a:srgbClr val="064472"/>
      </a:accent2>
      <a:accent3>
        <a:srgbClr val="911A39"/>
      </a:accent3>
      <a:accent4>
        <a:srgbClr val="AFAEAE"/>
      </a:accent4>
      <a:accent5>
        <a:srgbClr val="C50E3D"/>
      </a:accent5>
      <a:accent6>
        <a:srgbClr val="E3E0DE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Theme">
  <a:themeElements>
    <a:clrScheme name="NNSA Brand 2025">
      <a:dk1>
        <a:sysClr val="windowText" lastClr="000000"/>
      </a:dk1>
      <a:lt1>
        <a:sysClr val="window" lastClr="FFFFFF"/>
      </a:lt1>
      <a:dk2>
        <a:srgbClr val="021E42"/>
      </a:dk2>
      <a:lt2>
        <a:srgbClr val="E3E0DE"/>
      </a:lt2>
      <a:accent1>
        <a:srgbClr val="C50E3D"/>
      </a:accent1>
      <a:accent2>
        <a:srgbClr val="064472"/>
      </a:accent2>
      <a:accent3>
        <a:srgbClr val="911A39"/>
      </a:accent3>
      <a:accent4>
        <a:srgbClr val="AFAEAE"/>
      </a:accent4>
      <a:accent5>
        <a:srgbClr val="C50E3D"/>
      </a:accent5>
      <a:accent6>
        <a:srgbClr val="E3E0DE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B7AE63A09C47459AA4B25F0F3DCE93" ma:contentTypeVersion="6" ma:contentTypeDescription="Create a new document." ma:contentTypeScope="" ma:versionID="05578cdae0f4a68a492f916aaeda4260">
  <xsd:schema xmlns:xsd="http://www.w3.org/2001/XMLSchema" xmlns:xs="http://www.w3.org/2001/XMLSchema" xmlns:p="http://schemas.microsoft.com/office/2006/metadata/properties" xmlns:ns2="f6d72316-a743-4cd1-bf2d-d950ac85e3d7" xmlns:ns3="f188a965-3786-47e8-8359-d9a2fd67cd45" targetNamespace="http://schemas.microsoft.com/office/2006/metadata/properties" ma:root="true" ma:fieldsID="157e77c60646fb8aaddc5d6979227384" ns2:_="" ns3:_="">
    <xsd:import namespace="f6d72316-a743-4cd1-bf2d-d950ac85e3d7"/>
    <xsd:import namespace="f188a965-3786-47e8-8359-d9a2fd67cd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d72316-a743-4cd1-bf2d-d950ac85e3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88a965-3786-47e8-8359-d9a2fd67cd4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80D5D3-E0CD-44B0-8E37-C3630286E9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BEE2B8-ED5C-4B5D-8FC7-A251AE9BE165}">
  <ds:schemaRefs>
    <ds:schemaRef ds:uri="http://purl.org/dc/terms/"/>
    <ds:schemaRef ds:uri="e462d966-68d6-46d0-84a6-208bd9c9a8ed"/>
    <ds:schemaRef ds:uri="http://purl.org/dc/dcmitype/"/>
    <ds:schemaRef ds:uri="http://schemas.microsoft.com/office/2006/documentManagement/types"/>
    <ds:schemaRef ds:uri="409146f9-fa43-4f0d-873f-fcbb590950f3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bbf447d2-53d6-4737-907f-e641d47b178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670FC75-EBF8-4E09-A1BA-D503265DAF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d72316-a743-4cd1-bf2d-d950ac85e3d7"/>
    <ds:schemaRef ds:uri="f188a965-3786-47e8-8359-d9a2fd67cd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16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Arial</vt:lpstr>
      <vt:lpstr>Montserrat</vt:lpstr>
      <vt:lpstr>Wingdings</vt:lpstr>
      <vt:lpstr>Office Theme</vt:lpstr>
      <vt:lpstr>1_Office Theme</vt:lpstr>
      <vt:lpstr>2_Office Theme</vt:lpstr>
      <vt:lpstr>3_Office Theme</vt:lpstr>
      <vt:lpstr>Sample Title</vt:lpstr>
      <vt:lpstr>Sample Heading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Valerie Levine</dc:creator>
  <cp:lastModifiedBy>Stephen Colodner</cp:lastModifiedBy>
  <cp:revision>16</cp:revision>
  <cp:lastPrinted>2025-09-12T16:13:46Z</cp:lastPrinted>
  <dcterms:created xsi:type="dcterms:W3CDTF">2025-09-10T18:06:41Z</dcterms:created>
  <dcterms:modified xsi:type="dcterms:W3CDTF">2026-06-07T15:22:10Z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0x01010014B7AE63A09C47459AA4B25F0F3DCE93</vt:lpwstr>
  </property>
  <property fmtid="{D5CDD505-2E9C-101B-9397-08002B2CF9AE}" pid="3" name="MediaServiceImageTags">
    <vt:lpwstr/>
  </property>
</Properties>
</file>